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22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40C6-B4F1-4C9F-997E-DDE37BCEC57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B2C6-61C8-4D30-B1BE-897089F03F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26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40C6-B4F1-4C9F-997E-DDE37BCEC57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B2C6-61C8-4D30-B1BE-897089F03F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180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40C6-B4F1-4C9F-997E-DDE37BCEC57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B2C6-61C8-4D30-B1BE-897089F03F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747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40C6-B4F1-4C9F-997E-DDE37BCEC57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B2C6-61C8-4D30-B1BE-897089F03F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06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40C6-B4F1-4C9F-997E-DDE37BCEC57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B2C6-61C8-4D30-B1BE-897089F03F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502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40C6-B4F1-4C9F-997E-DDE37BCEC57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B2C6-61C8-4D30-B1BE-897089F03F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626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40C6-B4F1-4C9F-997E-DDE37BCEC57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B2C6-61C8-4D30-B1BE-897089F03F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720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40C6-B4F1-4C9F-997E-DDE37BCEC57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B2C6-61C8-4D30-B1BE-897089F03F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8990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40C6-B4F1-4C9F-997E-DDE37BCEC57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B2C6-61C8-4D30-B1BE-897089F03F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62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40C6-B4F1-4C9F-997E-DDE37BCEC57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B2C6-61C8-4D30-B1BE-897089F03F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392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E40C6-B4F1-4C9F-997E-DDE37BCEC57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9B2C6-61C8-4D30-B1BE-897089F03F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532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E40C6-B4F1-4C9F-997E-DDE37BCEC57E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9B2C6-61C8-4D30-B1BE-897089F03F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97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datawrapper.de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99507" y="74680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Компьютерный анализ текста</a:t>
            </a:r>
            <a:br>
              <a:rPr lang="ru-RU" dirty="0" smtClean="0"/>
            </a:br>
            <a:r>
              <a:rPr lang="ru-RU" dirty="0" smtClean="0"/>
              <a:t>Этап 2 - творческий</a:t>
            </a:r>
            <a:endParaRPr lang="ru-RU" dirty="0"/>
          </a:p>
        </p:txBody>
      </p:sp>
      <p:sp>
        <p:nvSpPr>
          <p:cNvPr id="4" name="Подзаголовок 3"/>
          <p:cNvSpPr txBox="1">
            <a:spLocks noGrp="1"/>
          </p:cNvSpPr>
          <p:nvPr>
            <p:ph type="subTitle" idx="1"/>
          </p:nvPr>
        </p:nvSpPr>
        <p:spPr>
          <a:xfrm>
            <a:off x="6996792" y="3659189"/>
            <a:ext cx="4144735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i="1" dirty="0" smtClean="0"/>
              <a:t>Изучаем южнокорейские диаспоры в СМИ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87985" y="5445579"/>
            <a:ext cx="3355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i="1" dirty="0" smtClean="0"/>
              <a:t>13.11.2025</a:t>
            </a:r>
          </a:p>
          <a:p>
            <a:pPr algn="ctr"/>
            <a:r>
              <a:rPr lang="ru-RU" i="1" dirty="0" smtClean="0"/>
              <a:t>г. Южно-Сахалинск</a:t>
            </a:r>
            <a:endParaRPr lang="ru-RU" i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796" y="2343150"/>
            <a:ext cx="3796855" cy="429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72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Но сначала повторим, что было раньше!</a:t>
            </a:r>
            <a:br>
              <a:rPr lang="ru-RU" dirty="0" smtClean="0"/>
            </a:br>
            <a:r>
              <a:rPr lang="en-GB" b="1" i="1" dirty="0" err="1"/>
              <a:t>Repetitio</a:t>
            </a:r>
            <a:r>
              <a:rPr lang="en-GB" b="1" i="1" dirty="0"/>
              <a:t> </a:t>
            </a:r>
            <a:r>
              <a:rPr lang="en-GB" b="1" i="1" dirty="0" err="1"/>
              <a:t>est</a:t>
            </a:r>
            <a:r>
              <a:rPr lang="en-GB" b="1" i="1" dirty="0"/>
              <a:t> mater </a:t>
            </a:r>
            <a:r>
              <a:rPr lang="en-GB" b="1" i="1" dirty="0" err="1"/>
              <a:t>studiorum</a:t>
            </a:r>
            <a:endParaRPr lang="ru-RU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Какие основные стадии компьютерного анализа текста Вы можете вспомнить?</a:t>
            </a:r>
          </a:p>
          <a:p>
            <a:r>
              <a:rPr lang="ru-RU" dirty="0" smtClean="0"/>
              <a:t>Зачем нужна предобработка текста?</a:t>
            </a:r>
          </a:p>
          <a:p>
            <a:r>
              <a:rPr lang="ru-RU" dirty="0" smtClean="0"/>
              <a:t>Что такое аннотирование текста (морфологические анализаторы)?</a:t>
            </a:r>
          </a:p>
          <a:p>
            <a:r>
              <a:rPr lang="ru-RU" dirty="0" smtClean="0"/>
              <a:t>Какие две метрики лежат в основе любого ИИ? В чём разница?</a:t>
            </a:r>
          </a:p>
          <a:p>
            <a:r>
              <a:rPr lang="ru-RU" dirty="0" smtClean="0"/>
              <a:t>В чём заключается дистрибутивная гипотеза?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950" y="4194515"/>
            <a:ext cx="2517322" cy="251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0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Визуализация данных</a:t>
            </a:r>
            <a:br>
              <a:rPr lang="ru-RU" dirty="0" smtClean="0"/>
            </a:br>
            <a:r>
              <a:rPr lang="ru-RU" i="1" dirty="0" smtClean="0"/>
              <a:t>Зачем она нужна?</a:t>
            </a:r>
            <a:endParaRPr lang="ru-RU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3790950" cy="4351338"/>
          </a:xfrm>
        </p:spPr>
        <p:txBody>
          <a:bodyPr/>
          <a:lstStyle/>
          <a:p>
            <a:r>
              <a:rPr lang="ru-RU" dirty="0" smtClean="0"/>
              <a:t>Это эффектно!</a:t>
            </a:r>
          </a:p>
          <a:p>
            <a:r>
              <a:rPr lang="ru-RU" dirty="0" smtClean="0"/>
              <a:t>Это наглядно!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576" y="1328739"/>
            <a:ext cx="4848224" cy="48482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9047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Визуализация данных</a:t>
            </a:r>
            <a:br>
              <a:rPr lang="ru-RU" dirty="0" smtClean="0"/>
            </a:br>
            <a:r>
              <a:rPr lang="ru-RU" i="1" dirty="0" smtClean="0"/>
              <a:t>Зачем она нужна?</a:t>
            </a:r>
            <a:endParaRPr lang="ru-RU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3790950" cy="4351338"/>
          </a:xfrm>
        </p:spPr>
        <p:txBody>
          <a:bodyPr/>
          <a:lstStyle/>
          <a:p>
            <a:r>
              <a:rPr lang="ru-RU" dirty="0" smtClean="0"/>
              <a:t>Это эффектно!</a:t>
            </a:r>
          </a:p>
          <a:p>
            <a:r>
              <a:rPr lang="ru-RU" dirty="0" smtClean="0"/>
              <a:t>Это наглядно!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576" y="1332773"/>
            <a:ext cx="4848224" cy="48401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6564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Визуализация данных</a:t>
            </a:r>
            <a:br>
              <a:rPr lang="ru-RU" dirty="0" smtClean="0"/>
            </a:br>
            <a:r>
              <a:rPr lang="ru-RU" i="1" dirty="0" smtClean="0"/>
              <a:t>Зачем она нужна?</a:t>
            </a:r>
            <a:endParaRPr lang="ru-RU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3790950" cy="4351338"/>
          </a:xfrm>
        </p:spPr>
        <p:txBody>
          <a:bodyPr/>
          <a:lstStyle/>
          <a:p>
            <a:r>
              <a:rPr lang="ru-RU" dirty="0" smtClean="0"/>
              <a:t>Это эффектно!</a:t>
            </a:r>
          </a:p>
          <a:p>
            <a:r>
              <a:rPr lang="ru-RU" dirty="0" smtClean="0"/>
              <a:t>Это наглядно!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576" y="1332773"/>
            <a:ext cx="4848224" cy="48401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53802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Визуализация данных</a:t>
            </a:r>
            <a:br>
              <a:rPr lang="ru-RU" dirty="0" smtClean="0"/>
            </a:br>
            <a:r>
              <a:rPr lang="ru-RU" i="1" dirty="0" smtClean="0"/>
              <a:t>Зачем она нужна?</a:t>
            </a:r>
            <a:endParaRPr lang="ru-RU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3790950" cy="4351338"/>
          </a:xfrm>
        </p:spPr>
        <p:txBody>
          <a:bodyPr/>
          <a:lstStyle/>
          <a:p>
            <a:r>
              <a:rPr lang="ru-RU" dirty="0" smtClean="0"/>
              <a:t>Это эффектно!</a:t>
            </a:r>
          </a:p>
          <a:p>
            <a:r>
              <a:rPr lang="ru-RU" dirty="0" smtClean="0"/>
              <a:t>Это наглядно!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576" y="1332766"/>
            <a:ext cx="4848224" cy="48401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54704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 визуализации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r>
              <a:rPr lang="ru-RU" dirty="0" smtClean="0"/>
              <a:t>Данные</a:t>
            </a:r>
          </a:p>
          <a:p>
            <a:r>
              <a:rPr lang="ru-RU" dirty="0" smtClean="0"/>
              <a:t>Основная задача и сообщение</a:t>
            </a:r>
          </a:p>
          <a:p>
            <a:r>
              <a:rPr lang="ru-RU" dirty="0" smtClean="0"/>
              <a:t>Канал распространения</a:t>
            </a:r>
          </a:p>
          <a:p>
            <a:r>
              <a:rPr lang="ru-RU" dirty="0" smtClean="0"/>
              <a:t>Обстоятельства</a:t>
            </a:r>
          </a:p>
          <a:p>
            <a:r>
              <a:rPr lang="ru-RU" dirty="0" smtClean="0"/>
              <a:t>Аудитория (что аудитория </a:t>
            </a:r>
            <a:r>
              <a:rPr lang="ru-RU" u="sng" dirty="0" smtClean="0"/>
              <a:t>уже знает </a:t>
            </a:r>
            <a:r>
              <a:rPr lang="ru-RU" dirty="0" smtClean="0"/>
              <a:t>и что она </a:t>
            </a:r>
            <a:r>
              <a:rPr lang="ru-RU" u="sng" dirty="0" smtClean="0"/>
              <a:t>узнает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179" y="650875"/>
            <a:ext cx="4777951" cy="293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7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Какие основные ошибки?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Использование 3</a:t>
            </a:r>
            <a:r>
              <a:rPr lang="en-US" dirty="0" smtClean="0"/>
              <a:t>D</a:t>
            </a:r>
          </a:p>
          <a:p>
            <a:r>
              <a:rPr lang="ru-RU" dirty="0" smtClean="0"/>
              <a:t>Слишком много данных </a:t>
            </a:r>
          </a:p>
          <a:p>
            <a:r>
              <a:rPr lang="ru-RU" dirty="0" smtClean="0"/>
              <a:t>(графики перегружены информацией)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036" y="1237570"/>
            <a:ext cx="4501642" cy="493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50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мы воспринимаем пространство?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825625"/>
            <a:ext cx="524504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blob:https://web.telegram.org/5d21f309-5c17-4439-aee7-c7d0caaced1a"/>
          <p:cNvSpPr>
            <a:spLocks noChangeAspect="1" noChangeArrowheads="1"/>
          </p:cNvSpPr>
          <p:nvPr/>
        </p:nvSpPr>
        <p:spPr bwMode="auto">
          <a:xfrm>
            <a:off x="1347107" y="2234627"/>
            <a:ext cx="1766661" cy="176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blob:https://web.telegram.org/5d21f309-5c17-4439-aee7-c7d0caaced1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4"/>
          <a:stretch/>
        </p:blipFill>
        <p:spPr>
          <a:xfrm>
            <a:off x="5245047" y="1825625"/>
            <a:ext cx="6735588" cy="450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7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у нас есть, чтобы показать…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ru-RU" dirty="0" smtClean="0"/>
              <a:t>Положение (кол-во)</a:t>
            </a:r>
          </a:p>
          <a:p>
            <a:r>
              <a:rPr lang="ru-RU" dirty="0" smtClean="0"/>
              <a:t>Длина/ширина </a:t>
            </a:r>
            <a:r>
              <a:rPr lang="ru-RU" dirty="0" smtClean="0"/>
              <a:t>(кол-во)</a:t>
            </a:r>
            <a:endParaRPr lang="ru-RU" dirty="0" smtClean="0"/>
          </a:p>
          <a:p>
            <a:r>
              <a:rPr lang="ru-RU" dirty="0" smtClean="0"/>
              <a:t>Площадь </a:t>
            </a:r>
            <a:r>
              <a:rPr lang="ru-RU" dirty="0" smtClean="0"/>
              <a:t>(кол-во)</a:t>
            </a:r>
            <a:endParaRPr lang="ru-RU" dirty="0" smtClean="0"/>
          </a:p>
          <a:p>
            <a:r>
              <a:rPr lang="ru-RU" dirty="0" smtClean="0"/>
              <a:t>Угол </a:t>
            </a:r>
            <a:r>
              <a:rPr lang="ru-RU" dirty="0" smtClean="0"/>
              <a:t>(кол-во)</a:t>
            </a:r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ru-RU" dirty="0" smtClean="0"/>
              <a:t>Цвет </a:t>
            </a:r>
            <a:r>
              <a:rPr lang="ru-RU" dirty="0" smtClean="0"/>
              <a:t>(</a:t>
            </a:r>
            <a:r>
              <a:rPr lang="ru-RU" dirty="0" err="1" smtClean="0"/>
              <a:t>кач</a:t>
            </a:r>
            <a:r>
              <a:rPr lang="ru-RU" dirty="0" smtClean="0"/>
              <a:t>-во)</a:t>
            </a:r>
            <a:endParaRPr lang="ru-RU" dirty="0" smtClean="0"/>
          </a:p>
          <a:p>
            <a:r>
              <a:rPr lang="ru-RU" dirty="0" smtClean="0"/>
              <a:t>Насыщенность цвета </a:t>
            </a:r>
            <a:r>
              <a:rPr lang="ru-RU" dirty="0" smtClean="0"/>
              <a:t>(кол-во)</a:t>
            </a:r>
            <a:endParaRPr lang="ru-RU" dirty="0" smtClean="0"/>
          </a:p>
          <a:p>
            <a:r>
              <a:rPr lang="ru-RU" dirty="0" smtClean="0"/>
              <a:t>Форма </a:t>
            </a:r>
            <a:r>
              <a:rPr lang="ru-RU" dirty="0" smtClean="0"/>
              <a:t>(</a:t>
            </a:r>
            <a:r>
              <a:rPr lang="ru-RU" dirty="0" err="1" smtClean="0"/>
              <a:t>кач</a:t>
            </a:r>
            <a:r>
              <a:rPr lang="ru-RU" dirty="0" smtClean="0"/>
              <a:t>-во)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179" y="3793058"/>
            <a:ext cx="6310993" cy="278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1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(традиционные) виды визуализаций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Круговая диаграмма</a:t>
            </a:r>
          </a:p>
          <a:p>
            <a:r>
              <a:rPr lang="ru-RU" dirty="0" smtClean="0"/>
              <a:t>Столбчатая диаграмма</a:t>
            </a:r>
          </a:p>
          <a:p>
            <a:r>
              <a:rPr lang="ru-RU" dirty="0" smtClean="0"/>
              <a:t>Линейный график (линия)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151" y="3315104"/>
            <a:ext cx="5890770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7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Круговая диаграмма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smtClean="0"/>
              <a:t>Самая сложная!!!</a:t>
            </a:r>
          </a:p>
          <a:p>
            <a:r>
              <a:rPr lang="ru-RU" dirty="0" smtClean="0"/>
              <a:t>Сравнивает один сектор со всем целым</a:t>
            </a:r>
          </a:p>
          <a:p>
            <a:r>
              <a:rPr lang="ru-RU" dirty="0" smtClean="0"/>
              <a:t>Равна 100%</a:t>
            </a:r>
          </a:p>
          <a:p>
            <a:r>
              <a:rPr lang="ru-RU" dirty="0" smtClean="0"/>
              <a:t>Основное средство выделение - цвет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392" y="0"/>
            <a:ext cx="3868398" cy="3868398"/>
          </a:xfr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900" y="4016830"/>
            <a:ext cx="3989890" cy="253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8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Столбчатая диаграмма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86386"/>
            <a:ext cx="5181600" cy="2972516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smtClean="0"/>
              <a:t>Сравнивает разные части между собой</a:t>
            </a:r>
          </a:p>
          <a:p>
            <a:r>
              <a:rPr lang="ru-RU" dirty="0" smtClean="0"/>
              <a:t>Поворот на 90° → рейтинг</a:t>
            </a:r>
          </a:p>
          <a:p>
            <a:r>
              <a:rPr lang="ru-RU" dirty="0" smtClean="0"/>
              <a:t>Играет роль пространство между столбиками</a:t>
            </a:r>
          </a:p>
          <a:p>
            <a:r>
              <a:rPr lang="ru-RU" dirty="0" smtClean="0"/>
              <a:t>Не «сокращайте» концы!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718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smtClean="0"/>
              <a:t>Показывает динамику процесса</a:t>
            </a:r>
          </a:p>
          <a:p>
            <a:r>
              <a:rPr lang="ru-RU" dirty="0" smtClean="0"/>
              <a:t>Данные непрерывны</a:t>
            </a:r>
          </a:p>
          <a:p>
            <a:r>
              <a:rPr lang="ru-RU" dirty="0" smtClean="0"/>
              <a:t>Шкала от нуля</a:t>
            </a:r>
          </a:p>
          <a:p>
            <a:r>
              <a:rPr lang="ru-RU" dirty="0" smtClean="0"/>
              <a:t>Можно совмещать (и накоплять)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79574"/>
            <a:ext cx="5181600" cy="2896381"/>
          </a:xfrm>
        </p:spPr>
      </p:pic>
    </p:spTree>
    <p:extLst>
      <p:ext uri="{BB962C8B-B14F-4D97-AF65-F5344CB8AC3E}">
        <p14:creationId xmlns:p14="http://schemas.microsoft.com/office/powerpoint/2010/main" val="170271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Где можно сделать график (не программируя)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hlinkClick r:id="rId2"/>
              </a:rPr>
              <a:t>https://www.datawrapper.de/</a:t>
            </a:r>
            <a:endParaRPr lang="ru-RU" dirty="0" smtClean="0"/>
          </a:p>
          <a:p>
            <a:r>
              <a:rPr lang="ru-RU" dirty="0" smtClean="0"/>
              <a:t>Есть данные в виде таблицы – загружай и редактируй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821" y="3110591"/>
            <a:ext cx="3682093" cy="368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1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же будем делать мы?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769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же будем делать мы?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015110" y="3317813"/>
            <a:ext cx="759207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 smtClean="0"/>
              <a:t>Программировать необычное!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696397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же будем делать мы?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015110" y="3317813"/>
            <a:ext cx="759207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 smtClean="0"/>
              <a:t>Программировать необычное!</a:t>
            </a:r>
            <a:endParaRPr lang="ru-RU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955221" y="4816929"/>
            <a:ext cx="65804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i="1" dirty="0" smtClean="0"/>
              <a:t>Практика №1</a:t>
            </a:r>
          </a:p>
          <a:p>
            <a:r>
              <a:rPr lang="ru-RU" sz="4400" i="1" dirty="0" smtClean="0"/>
              <a:t>Творческие муки с кодом</a:t>
            </a:r>
            <a:endParaRPr lang="ru-RU" sz="4400" i="1" dirty="0"/>
          </a:p>
        </p:txBody>
      </p:sp>
    </p:spTree>
    <p:extLst>
      <p:ext uri="{BB962C8B-B14F-4D97-AF65-F5344CB8AC3E}">
        <p14:creationId xmlns:p14="http://schemas.microsoft.com/office/powerpoint/2010/main" val="3858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Визуализируем частотности – облако слов!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706" y="1900738"/>
            <a:ext cx="5820587" cy="4201111"/>
          </a:xfrm>
        </p:spPr>
      </p:pic>
    </p:spTree>
    <p:extLst>
      <p:ext uri="{BB962C8B-B14F-4D97-AF65-F5344CB8AC3E}">
        <p14:creationId xmlns:p14="http://schemas.microsoft.com/office/powerpoint/2010/main" val="148543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Обучаем искусственный интеллект: </a:t>
            </a:r>
            <a:br>
              <a:rPr lang="ru-RU" dirty="0" smtClean="0"/>
            </a:br>
            <a:r>
              <a:rPr lang="ru-RU" dirty="0" smtClean="0"/>
              <a:t>как 29 измерений перевести в 2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390" y="1898174"/>
            <a:ext cx="5951220" cy="4206240"/>
          </a:xfrm>
        </p:spPr>
      </p:pic>
    </p:spTree>
    <p:extLst>
      <p:ext uri="{BB962C8B-B14F-4D97-AF65-F5344CB8AC3E}">
        <p14:creationId xmlns:p14="http://schemas.microsoft.com/office/powerpoint/2010/main" val="138953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Скопление как кластер 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218" y="1825625"/>
            <a:ext cx="7537563" cy="4351338"/>
          </a:xfrm>
        </p:spPr>
      </p:pic>
    </p:spTree>
    <p:extLst>
      <p:ext uri="{BB962C8B-B14F-4D97-AF65-F5344CB8AC3E}">
        <p14:creationId xmlns:p14="http://schemas.microsoft.com/office/powerpoint/2010/main" val="381608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 smtClean="0"/>
              <a:t>Необходимые ссылки и контакты</a:t>
            </a:r>
            <a:endParaRPr lang="ru-RU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Репозиторий</a:t>
            </a:r>
            <a:r>
              <a:rPr lang="ru-RU" dirty="0" smtClean="0"/>
              <a:t> с данными и кодом</a:t>
            </a:r>
          </a:p>
          <a:p>
            <a:r>
              <a:rPr lang="en-GB" dirty="0" smtClean="0"/>
              <a:t>https://github.com/murasakigarasu/korean_news </a:t>
            </a:r>
            <a:endParaRPr lang="ru-RU" dirty="0" smtClean="0"/>
          </a:p>
          <a:p>
            <a:r>
              <a:rPr lang="ru-RU" dirty="0" smtClean="0"/>
              <a:t>О цифровых вещах просто и доступно</a:t>
            </a:r>
          </a:p>
          <a:p>
            <a:r>
              <a:rPr lang="en-GB" dirty="0" smtClean="0"/>
              <a:t>https://sysblok.ru/ </a:t>
            </a:r>
            <a:endParaRPr lang="ru-RU" dirty="0" smtClean="0"/>
          </a:p>
          <a:p>
            <a:r>
              <a:rPr lang="ru-RU" dirty="0" smtClean="0"/>
              <a:t>Контакты для связи</a:t>
            </a:r>
          </a:p>
          <a:p>
            <a:r>
              <a:rPr lang="en-US" dirty="0" smtClean="0"/>
              <a:t>@</a:t>
            </a:r>
            <a:r>
              <a:rPr lang="fr-FR" dirty="0" smtClean="0"/>
              <a:t>murasakigarasu (tg</a:t>
            </a:r>
            <a:r>
              <a:rPr lang="ru-RU" dirty="0" smtClean="0"/>
              <a:t> аккаунт</a:t>
            </a:r>
            <a:r>
              <a:rPr lang="fr-FR" dirty="0" smtClean="0"/>
              <a:t>)</a:t>
            </a:r>
            <a:endParaRPr lang="ru-RU" dirty="0" smtClean="0"/>
          </a:p>
          <a:p>
            <a:r>
              <a:rPr lang="en-US" dirty="0" smtClean="0"/>
              <a:t>m_a_r8@mail.ru</a:t>
            </a:r>
            <a:r>
              <a:rPr lang="ru-RU" dirty="0" smtClean="0"/>
              <a:t> (почта)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44" y="3210537"/>
            <a:ext cx="4256314" cy="348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97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345</Words>
  <Application>Microsoft Office PowerPoint</Application>
  <PresentationFormat>Широкоэкранный</PresentationFormat>
  <Paragraphs>86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Тема Office</vt:lpstr>
      <vt:lpstr>Компьютерный анализ текста Этап 2 - творческий</vt:lpstr>
      <vt:lpstr>Но сначала повторим, что было раньше! Repetitio est mater studiorum</vt:lpstr>
      <vt:lpstr>Визуализация данных Зачем она нужна?</vt:lpstr>
      <vt:lpstr>Визуализация данных Зачем она нужна?</vt:lpstr>
      <vt:lpstr>Визуализация данных Зачем она нужна?</vt:lpstr>
      <vt:lpstr>Визуализация данных Зачем она нужна?</vt:lpstr>
      <vt:lpstr>Выбор визуализации</vt:lpstr>
      <vt:lpstr>Какие основные ошибки?</vt:lpstr>
      <vt:lpstr>Как мы воспринимаем пространство?</vt:lpstr>
      <vt:lpstr>Что у нас есть, чтобы показать…</vt:lpstr>
      <vt:lpstr>Основные (традиционные) виды визуализаций</vt:lpstr>
      <vt:lpstr>Круговая диаграмма</vt:lpstr>
      <vt:lpstr>Столбчатая диаграмма</vt:lpstr>
      <vt:lpstr>Линия</vt:lpstr>
      <vt:lpstr>Где можно сделать график (не программируя)</vt:lpstr>
      <vt:lpstr>Что же будем делать мы?</vt:lpstr>
      <vt:lpstr>Что же будем делать мы?</vt:lpstr>
      <vt:lpstr>Что же будем делать мы?</vt:lpstr>
      <vt:lpstr>Визуализируем частотности – облако слов!</vt:lpstr>
      <vt:lpstr>Обучаем искусственный интеллект:  как 29 измерений перевести в 2</vt:lpstr>
      <vt:lpstr>Скопление как кластер </vt:lpstr>
      <vt:lpstr>Необходимые ссылки и контакты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Компьютерный анализ текста Этап 2 - творческий</dc:title>
  <dc:creator>Алексей Максимов</dc:creator>
  <cp:lastModifiedBy>Алексей Максимов</cp:lastModifiedBy>
  <cp:revision>11</cp:revision>
  <dcterms:created xsi:type="dcterms:W3CDTF">2025-11-13T02:17:26Z</dcterms:created>
  <dcterms:modified xsi:type="dcterms:W3CDTF">2025-11-13T05:16:53Z</dcterms:modified>
</cp:coreProperties>
</file>